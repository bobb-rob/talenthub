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6-Week Portfolio Project Gantt Chart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Timeline &amp; Deliverables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6-Week Sprint Schedule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011680" y="868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868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0" y="868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77840" y="868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868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0" y="86868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&amp; Planning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389888"/>
            <a:ext cx="11430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28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Architecture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847088"/>
            <a:ext cx="233172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86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&amp; Navbar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304288"/>
            <a:ext cx="233172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43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Gallery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761488"/>
            <a:ext cx="233172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004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&amp; Skills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218688"/>
            <a:ext cx="23317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576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Form &amp; Email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675888"/>
            <a:ext cx="23317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148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Polish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4133088"/>
            <a:ext cx="23317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572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to Production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4590288"/>
            <a:ext cx="11430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Week-by-Week Breakdown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Week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Create GitHub repo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Initialize React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Set up dependencies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Design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Week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Configure TailwindCSS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Create Navbar component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Build Hero section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Add CTA buttons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Week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Build Projects component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Load projects.json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Create ProjectCard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760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Add tech filters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4-6 Breakdown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Week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Build About 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Create SkillsGrid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Load skills.json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Style components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Week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Build ContactForm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Set up EmailJS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Form validation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Success/error messages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Week 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Run Lighthouse audit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Performance optimization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Mobile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760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Deploy to Vercel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Milestones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End of Week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Project setup complete, architecture decided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371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End of Week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Hero section visible and styled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371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End of Week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Projects displaying with filters working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371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End of Week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About &amp; Skills sections complete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1371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End of Week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Contact form sending emails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1371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</a:rPr>
              <a:t>End of Week 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Live on production URL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Time Commitment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Week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5-7 hours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Setup, planning,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822960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Week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691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8-10 hours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Create Navbar, Hero, styling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822960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Week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8-10 hours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Projects gallery, filtering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822960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Week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8-10 hours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About, Skills sections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822960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Week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200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8-10 hours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Contact form, EmailJS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85032"/>
            <a:ext cx="8229600" cy="36576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Week 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6-8 hours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Testing, optimization, deploy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Total: 43-55 hours over 6 weeks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 Criteria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✅ All 6 sections working (Hero, Projects, About, Skills, Contact, Footer)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✅ Form submissions send emails successfully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✅ Mobile responsive on all devices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✅ Lighthouse score ≥ 85 (acceptable minimum)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✅ No console errors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✅ Code pushed to GitHub with clear commit history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✅ Live on Vercel or Netlify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✅ CMP 722 principles demonstrated in documentation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2026-07-22T10:41:58Z</dcterms:created>
  <dcterms:modified xsi:type="dcterms:W3CDTF">2026-07-22T10:41:58Z</dcterms:modified>
</cp:coreProperties>
</file>